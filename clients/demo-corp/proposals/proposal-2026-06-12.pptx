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07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7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" cy="82296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20753"/>
                </a:solidFill>
                <a:latin typeface="Arial Black"/>
              </a:rPr>
              <a:t>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BOMBAY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E00"/>
                </a:solidFill>
                <a:latin typeface="Calibri"/>
              </a:rPr>
              <a:t>AI-Powered Performance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 Black"/>
              </a:rP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 Black"/>
              </a:rPr>
              <a:t>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E00"/>
                </a:solidFill>
                <a:latin typeface="Calibri"/>
              </a:rPr>
              <a:t>3× ROAS in 90 Days — Guaranteed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86C0"/>
                </a:solidFill>
                <a:latin typeface="Calibri"/>
              </a:rPr>
              <a:t>Prepared for: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Jane Doe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F86C0"/>
                </a:solidFill>
                <a:latin typeface="Calibri"/>
              </a:rPr>
              <a:t>12 June 2026  |  Prepared by Farhan Rakhangi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005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DE00"/>
                </a:solidFill>
                <a:latin typeface="Arial Black"/>
              </a:rPr>
              <a:t>25.6×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DE00"/>
                </a:solidFill>
                <a:latin typeface="Arial Black"/>
              </a:rPr>
              <a:t>ROAS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20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Best 90-Day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560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$179,850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</a:rP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86C0"/>
                </a:solidFill>
                <a:latin typeface="Calibri"/>
              </a:rPr>
              <a:t>from $7,017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30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F86C0"/>
                </a:solidFill>
                <a:latin typeface="Calibri"/>
              </a:rPr>
              <a:t>ad spend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CONFIDENTIAL  |  bmmediagrowth.com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E00"/>
                </a:solidFill>
                <a:latin typeface="Arial Black"/>
              </a:rPr>
              <a:t>THE PROOF — REAL CLIENT,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US Investment &amp; Trading Coach  |  Jan–Mar 2026  |  90-Day Campaign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920240" cy="2286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REVENUE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20753"/>
                </a:solidFill>
                <a:latin typeface="Arial Black"/>
              </a:rPr>
              <a:t>$179,850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 90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143000"/>
            <a:ext cx="1920240" cy="2286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AD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20753"/>
                </a:solidFill>
                <a:latin typeface="Arial Black"/>
              </a:rPr>
              <a:t>$7,017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total invested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143000"/>
            <a:ext cx="1920240" cy="228600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ROAS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 Black"/>
              </a:rPr>
              <a:t>25.6×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86C0"/>
                </a:solidFill>
                <a:latin typeface="Calibri"/>
              </a:rPr>
              <a:t>vs 3× guarantee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143000"/>
            <a:ext cx="1920240" cy="2286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1234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rial Black"/>
              </a:rPr>
              <a:t>BEST CAMPAIGN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164592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20753"/>
                </a:solidFill>
                <a:latin typeface="Arial Black"/>
              </a:rPr>
              <a:t>131×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single campaign ROAS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8412480" cy="54864"/>
          </a:xfrm>
          <a:prstGeom prst="rect">
            <a:avLst/>
          </a:prstGeom>
          <a:solidFill>
            <a:srgbClr val="E5D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0753"/>
                </a:solidFill>
                <a:latin typeface="Arial Black"/>
              </a:rPr>
              <a:t>18-Month Authority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11111"/>
                </a:solidFill>
                <a:latin typeface="Calibri"/>
              </a:rPr>
              <a:t>Same client — $263,646 total revenue from $26,493 ad spend over 18 months = 9.95× blended ROAS. The 90-day sprint above is our standard onboarding performance, not an outlier.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Metrics verified. Identity anonymised by client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E00"/>
                </a:solidFill>
                <a:latin typeface="Arial Black"/>
              </a:rPr>
              <a:t>WHAT WE DELIVER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850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AI-Powered Meta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Full funnel campaign architecture — cold, warm, and retargeting. Creative testing at scale. Weekly optimisation with ROAS accountability.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77724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777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850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Google Ads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Search and Performance Max campaigns built around high-intent buyers. Keyword architecture, bid strategy, and weekly optimisation.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77724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77724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777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850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Content Marketing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AI-generated ad creatives, carousel content, and email sequences tailored to your program audience. All done-for-you.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9748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9748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Funnel Diagnostic (Free First)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Before we begin, you receive a personalised Funnel Leaks diagnostic report — revealing exactly where revenue is escaping your funnel today.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69748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69748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Weekly Reporting &amp; Direct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291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Live ROAS dashboard and a weekly summary directly from Farhan — not an account manager. Full transparency at all times.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697480"/>
            <a:ext cx="2697480" cy="17373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697480"/>
            <a:ext cx="502920" cy="50292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0753"/>
                </a:solidFill>
                <a:latin typeface="Arial Black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770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90-Day Guarantee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29184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If we don't hit 3× ROAS within 90 days, we continue working for free until we do. No asterisks. No exceptions.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bmmediagrowth.com  |  Bombay Media  |  Dubai &amp; Mumbai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E00"/>
                </a:solidFill>
                <a:latin typeface="Arial Black"/>
              </a:rPr>
              <a:t>INVESTMENT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0753"/>
                </a:solidFill>
                <a:latin typeface="Arial Black"/>
              </a:rPr>
              <a:t>Your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14800" cy="5486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Setup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2344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One-time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23444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0753"/>
                </a:solidFill>
                <a:latin typeface="Arial Black"/>
              </a:rPr>
              <a:t>$1,500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Monthly Retainer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87451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Ongoing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0753"/>
                </a:solidFill>
                <a:latin typeface="Arial Black"/>
              </a:rPr>
              <a:t>$8,000/mo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4114800" cy="5486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Ad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146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Client-direct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146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20753"/>
                </a:solidFill>
                <a:latin typeface="Arial Black"/>
              </a:rPr>
              <a:t>$3,000–$10,000/mo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114800" cy="502920"/>
          </a:xfrm>
          <a:prstGeom prst="rect">
            <a:avLst/>
          </a:prstGeom>
          <a:solidFill>
            <a:srgbClr val="320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E00"/>
                </a:solidFill>
                <a:latin typeface="Calibri"/>
              </a:rPr>
              <a:t>Market Rate: ~$8,000/mo.  Your exclusive client price: $8,125/mo all-in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777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0753"/>
                </a:solidFill>
                <a:latin typeface="Arial Black"/>
              </a:rPr>
              <a:t>Your Next 3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20753"/>
                </a:solidFill>
                <a:latin typeface="Arial Black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252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Get your free Funnel Leaks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600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Visit bmmediagrowth.com — takes 2 minutes and shows you exactly where you're leaking revenue today.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20753"/>
                </a:solidFill>
                <a:latin typeface="Arial Black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3500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Book a strategy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69747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30 minutes with Farhan directly. We'll review your funnel diagnostic and map out your 90-day growth plan.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429000"/>
            <a:ext cx="457200" cy="4572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20753"/>
                </a:solidFill>
                <a:latin typeface="Arial Black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447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20753"/>
                </a:solidFill>
                <a:latin typeface="Arial Black"/>
              </a:rPr>
              <a:t>We launch in 14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7947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11111"/>
                </a:solidFill>
                <a:latin typeface="Calibri"/>
              </a:rPr>
              <a:t>Upon signing, your campaign is live within two weeks. Day 1, your audience starts seeing your offer at scale.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4389120"/>
            <a:ext cx="3840480" cy="347472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389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20753"/>
                </a:solidFill>
                <a:latin typeface="Calibri"/>
              </a:rPr>
              <a:t>calendly.com/bombay_media/complimentary-business-success-call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0753"/>
                </a:solidFill>
                <a:latin typeface="Calibri"/>
              </a:rPr>
              <a:t>bmmediagrowth.com  |  Bombay Media  |  Dubai &amp; Mumbai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