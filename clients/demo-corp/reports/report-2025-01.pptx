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2075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20753"/>
                </a:solidFill>
                <a:latin typeface="Arial"/>
              </a:rPr>
              <a:t>Weekly Revenue Breakdown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3207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10200</c:v>
                </c:pt>
                <c:pt idx="1">
                  <c:v>13400</c:v>
                </c:pt>
                <c:pt idx="2">
                  <c:v>14800</c:v>
                </c:pt>
                <c:pt idx="3">
                  <c:v>13940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2075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320753"/>
                </a:solidFill>
                <a:latin typeface="Arial"/>
              </a:rPr>
              <a:t>Spend Allocation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Ad 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20753"/>
              </a:solidFill>
              <a:effectLst/>
            </c:spPr>
          </c:dPt>
          <c:dPt>
            <c:idx val="1"/>
            <c:bubble3D val="0"/>
            <c:spPr>
              <a:solidFill>
                <a:srgbClr val="37245C"/>
              </a:solidFill>
              <a:effectLst/>
            </c:spPr>
          </c:dPt>
          <c:dPt>
            <c:idx val="2"/>
            <c:bubble3D val="0"/>
            <c:spPr>
              <a:solidFill>
                <a:srgbClr val="FFDE00"/>
              </a:solidFill>
              <a:effectLst/>
            </c:spPr>
          </c:dPt>
          <c:dPt>
            <c:idx val="3"/>
            <c:bubble3D val="0"/>
            <c:spPr>
              <a:solidFill>
                <a:srgbClr val="9F86C0"/>
              </a:solidFill>
              <a:effectLst/>
            </c:spPr>
          </c:dPt>
          <c:dPt>
            <c:idx val="4"/>
            <c:bubble3D val="0"/>
            <c:spPr>
              <a:solidFill>
                <a:srgbClr val="D8B4F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Cold Video</c:v>
                </c:pt>
                <c:pt idx="1">
                  <c:v>Cold Interest</c:v>
                </c:pt>
                <c:pt idx="2">
                  <c:v>Warm Video</c:v>
                </c:pt>
                <c:pt idx="3">
                  <c:v>Warm Engage</c:v>
                </c:pt>
                <c:pt idx="4">
                  <c:v>Hot Abandon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1840</c:v>
                </c:pt>
                <c:pt idx="1">
                  <c:v>1200</c:v>
                </c:pt>
                <c:pt idx="2">
                  <c:v>1580</c:v>
                </c:pt>
                <c:pt idx="3">
                  <c:v>950</c:v>
                </c:pt>
                <c:pt idx="4">
                  <c:v>660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8F5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07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31520"/>
            <a:ext cx="822960" cy="82296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BOMBAY MEDIA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Performance Marketing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Demo Corp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January 2025  |  Prepared by Farhan Rakhangi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bmmediagrowth.com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 — January 2025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75688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075688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075688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75688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$52,769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75688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85616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85616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85616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SPEND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85616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$15,160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85616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vs last month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95544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95544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95544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LEADS GEN.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95544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05472" y="777240"/>
            <a:ext cx="1572768" cy="1645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205472" y="777240"/>
            <a:ext cx="1572768" cy="32004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205472" y="7772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05472" y="114300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$38.67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05472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2606040"/>
          <a:ext cx="50292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56692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6692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ROAS at 3.5x — above the 3x guarantee target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0" y="3364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Meta generated 186 conversions at $0.99 CPC with 1.57% CTR.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669280" y="3712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Google Ads consolidated 5,300 clicks at $1.95 CPC across all campaigns.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669280" y="40599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 new Meta creative angles to lift ROAS toward the 3× guarantee target.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669280" y="4407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Schedule a 30-minute review call to align on next-period budget allocation.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bmmediagrowth.com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PERFORMANCE BREAKDOWN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280160"/>
                <a:gridCol w="914400"/>
                <a:gridCol w="100584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Campaign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Spend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Revenue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ROAS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CPL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Status</a:t>
                      </a:r>
                      <a:endParaRPr lang="en-US" sz="8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07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 — All Campaigns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$11,569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-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$48.03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Non-brand - Lead 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$5,824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$52,769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$38.67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207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063240"/>
          <a:ext cx="4114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4754880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Strategist Notes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754880" y="349300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4754880" y="349300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4892040" y="34930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new Meta creative angles to lift ROAS toward the 3× guarantee target.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754880" y="404164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754880" y="404164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4892040" y="40416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review call to align on next-period budget allocation.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54880" y="4590288"/>
            <a:ext cx="4114800" cy="45720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754880" y="4590288"/>
            <a:ext cx="82296" cy="45720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892040" y="45902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review call to align on next-period budget allocation.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bmmediagrowth.com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20753"/>
          </a:solidFill>
          <a:ln w="12700">
            <a:solidFill>
              <a:srgbClr val="32075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MONTH PLAN &amp; TARGETS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 2 Targets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3240" y="1234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3.7×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801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Revenue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801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$60,685+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" y="23682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 Spend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23682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$15,917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2935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CPL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293522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&lt;$36.74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02152"/>
            <a:ext cx="4114800" cy="502920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3502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3502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451+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Plan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46320" y="123444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12344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39496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2 new video creatives (testimonial format)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1527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46320" y="178308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46320" y="178308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46320" y="17830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39496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+15% budget from Interest Stack to Lookalike 1%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94960" y="2075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46320" y="233172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233172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46320" y="2331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9496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Hot retargeting to 15% of total spend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2624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46320" y="288036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846320" y="288036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846320" y="2880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9496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 test: Lookalike 2–5% from purchaser list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94960" y="3172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BM Team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3429000"/>
            <a:ext cx="3931920" cy="475488"/>
          </a:xfrm>
          <a:prstGeom prst="rect">
            <a:avLst/>
          </a:prstGeom>
          <a:solidFill>
            <a:srgbClr val="F8F5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846320" y="342900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46320" y="34290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9496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review call — adjust if CPL trending above $20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37216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Farhan + Client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46320" y="39776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D9F2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4846320" y="3977640"/>
            <a:ext cx="502920" cy="475488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846320" y="3977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207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WK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3949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report + Month 3 planning session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94960" y="4270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Farhan + Client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DE00"/>
          </a:solidFill>
          <a:ln w="12700">
            <a:solidFill>
              <a:srgbClr val="FFDE0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6576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20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Book your review call: calendly.com/bombay_media/complimentary-business-success-call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Bombay Media Performance Report</dc:title>
  <dc:subject>PptxGenJS Presentation</dc:subject>
  <dc:creator>PptxGenJS</dc:creator>
  <cp:lastModifiedBy>PptxGenJS</cp:lastModifiedBy>
  <cp:revision>1</cp:revision>
  <dcterms:created xsi:type="dcterms:W3CDTF">2026-06-06T02:33:38Z</dcterms:created>
  <dcterms:modified xsi:type="dcterms:W3CDTF">2026-06-06T02:33:38Z</dcterms:modified>
</cp:coreProperties>
</file>