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07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7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822960" cy="82296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20753"/>
                </a:solidFill>
                <a:latin typeface="Arial Black"/>
              </a:rPr>
              <a:t>BM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005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BOMBAY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E00"/>
                </a:solidFill>
                <a:latin typeface="Calibri"/>
              </a:rPr>
              <a:t>AI-Powered Performance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 Black"/>
              </a:rPr>
              <a:t>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 Black"/>
              </a:rPr>
              <a:t>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DE00"/>
                </a:solidFill>
                <a:latin typeface="Calibri"/>
              </a:rPr>
              <a:t>3× ROAS in 90 Days — Guaranteed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947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F86C0"/>
                </a:solidFill>
                <a:latin typeface="Calibri"/>
              </a:rPr>
              <a:t>Prepared for: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416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 Black"/>
              </a:rPr>
              <a:t>Xenvo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F86C0"/>
                </a:solidFill>
                <a:latin typeface="Calibri"/>
              </a:rPr>
              <a:t>14 June 2026  |  Prepared by Farhan Rakhangi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005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DE00"/>
                </a:solidFill>
                <a:latin typeface="Arial Black"/>
              </a:rPr>
              <a:t>25.6×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4813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DE00"/>
                </a:solidFill>
                <a:latin typeface="Arial Black"/>
              </a:rPr>
              <a:t>ROAS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9202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Best 90-Day Case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560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 Black"/>
              </a:rPr>
              <a:t>$179,850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0358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 Black"/>
              </a:rPr>
              <a:t>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474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F86C0"/>
                </a:solidFill>
                <a:latin typeface="Calibri"/>
              </a:rPr>
              <a:t>from $7,017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730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F86C0"/>
                </a:solidFill>
                <a:latin typeface="Calibri"/>
              </a:rPr>
              <a:t>ad spend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20753"/>
                </a:solidFill>
                <a:latin typeface="Calibri"/>
              </a:rPr>
              <a:t>CONFIDENTIAL  |  bmmediagrowth.com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20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E00"/>
                </a:solidFill>
                <a:latin typeface="Arial Black"/>
              </a:rPr>
              <a:t>THE PROOF — REAL CLIENT, REAL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US Investment &amp; Trading Coach  |  Jan–Mar 2026  |  90-Day Campaign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920240" cy="228600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Arial Black"/>
              </a:rPr>
              <a:t>REVENUE GENERATED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20753"/>
                </a:solidFill>
                <a:latin typeface="Arial Black"/>
              </a:rPr>
              <a:t>$179,850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 90 days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143000"/>
            <a:ext cx="1920240" cy="228600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2344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Arial Black"/>
              </a:rPr>
              <a:t>AD SPEND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6459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320753"/>
                </a:solidFill>
                <a:latin typeface="Arial Black"/>
              </a:rPr>
              <a:t>$7,017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560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total invested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143000"/>
            <a:ext cx="1920240" cy="2286000"/>
          </a:xfrm>
          <a:prstGeom prst="rect">
            <a:avLst/>
          </a:prstGeom>
          <a:solidFill>
            <a:srgbClr val="320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2344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Arial Black"/>
              </a:rPr>
              <a:t>ROAS ACHIEVED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6459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 Black"/>
              </a:rPr>
              <a:t>25.6×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560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F86C0"/>
                </a:solidFill>
                <a:latin typeface="Calibri"/>
              </a:rPr>
              <a:t>vs 3× guarantee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1143000"/>
            <a:ext cx="1920240" cy="228600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59" y="12344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Arial Black"/>
              </a:rPr>
              <a:t>BEST CAMPAIGN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59" y="16459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20753"/>
                </a:solidFill>
                <a:latin typeface="Arial Black"/>
              </a:rPr>
              <a:t>131×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2560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single campaign ROAS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11880"/>
            <a:ext cx="8412480" cy="54864"/>
          </a:xfrm>
          <a:prstGeom prst="rect">
            <a:avLst/>
          </a:prstGeom>
          <a:solidFill>
            <a:srgbClr val="E5D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74903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20753"/>
                </a:solidFill>
                <a:latin typeface="Arial Black"/>
              </a:rPr>
              <a:t>18-Month Authority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11480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Calibri"/>
              </a:rPr>
              <a:t>Same client — $263,646 total revenue from $26,493 ad spend over 18 months = 9.95× blended ROAS. The 90-day sprint above is our standard onboarding performance, not an outlier.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20753"/>
                </a:solidFill>
                <a:latin typeface="Calibri"/>
              </a:rPr>
              <a:t>Metrics verified. Identity anonymised by client request.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20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E00"/>
                </a:solidFill>
                <a:latin typeface="Arial Black"/>
              </a:rPr>
              <a:t>WHAT WE DELIVER FOR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2697480" cy="173736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502920" cy="50292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20753"/>
                </a:solidFill>
                <a:latin typeface="Arial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8503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20753"/>
                </a:solidFill>
                <a:latin typeface="Arial Black"/>
              </a:rPr>
              <a:t>AI-Powered Meta 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Calibri"/>
              </a:rPr>
              <a:t>Full funnel campaign architecture — cold, warm, and retargeting. Creative testing at scale. Weekly optimisation with ROAS accountability.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777240"/>
            <a:ext cx="2697480" cy="173736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777240"/>
            <a:ext cx="502920" cy="50292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777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20753"/>
                </a:solidFill>
                <a:latin typeface="Arial Black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8503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20753"/>
                </a:solidFill>
                <a:latin typeface="Arial Black"/>
              </a:rPr>
              <a:t>Content Marketing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37160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Calibri"/>
              </a:rPr>
              <a:t>AI-generated ad creatives, carousel content, and email sequences tailored to your program audience. All done-for-you.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777240"/>
            <a:ext cx="2697480" cy="173736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777240"/>
            <a:ext cx="502920" cy="50292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777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20753"/>
                </a:solidFill>
                <a:latin typeface="Arial Black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8503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20753"/>
                </a:solidFill>
                <a:latin typeface="Arial Black"/>
              </a:rPr>
              <a:t>Funnel Diagnostic (Free First)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37160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Calibri"/>
              </a:rPr>
              <a:t>Before we begin, you receive a personalised Funnel Leaks diagnostic report — revealing exactly where revenue is escaping your funnel today.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697480"/>
            <a:ext cx="2697480" cy="173736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697480"/>
            <a:ext cx="502920" cy="50292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97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20753"/>
                </a:solidFill>
                <a:latin typeface="Arial Black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770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20753"/>
                </a:solidFill>
                <a:latin typeface="Arial Black"/>
              </a:rPr>
              <a:t>Weekly Reporting &amp; Direct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918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Calibri"/>
              </a:rPr>
              <a:t>Live ROAS dashboard and a weekly summary directly from Farhan — not an account manager. Full transparency at all times.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2697480"/>
            <a:ext cx="2697480" cy="173736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46120" y="2697480"/>
            <a:ext cx="502920" cy="50292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2697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20753"/>
                </a:solidFill>
                <a:latin typeface="Arial Black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2770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20753"/>
                </a:solidFill>
                <a:latin typeface="Arial Black"/>
              </a:rPr>
              <a:t>90-Day Guarantee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32918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Calibri"/>
              </a:rPr>
              <a:t>If we don't hit 3× ROAS within 90 days, we continue working for free until we do. No asterisks. No exceptions.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697480"/>
            <a:ext cx="2697480" cy="173736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2697480"/>
            <a:ext cx="502920" cy="50292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2697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20753"/>
                </a:solidFill>
                <a:latin typeface="Arial Black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2770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20753"/>
                </a:solidFill>
                <a:latin typeface="Arial Black"/>
              </a:rPr>
              <a:t>Strategy Calls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32918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Calibri"/>
              </a:rPr>
              <a:t>Monthly performance review call with your dedicated strategist. You always know what's running, why, and what's next.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20753"/>
                </a:solidFill>
                <a:latin typeface="Calibri"/>
              </a:rPr>
              <a:t>bmmediagrowth.com  |  Bombay Media  |  Dubai &amp; Mumbai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20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E00"/>
                </a:solidFill>
                <a:latin typeface="Arial Black"/>
              </a:rPr>
              <a:t>INVESTMENT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20753"/>
                </a:solidFill>
                <a:latin typeface="Arial Black"/>
              </a:rPr>
              <a:t>Your Investment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4114800" cy="54864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20753"/>
                </a:solidFill>
                <a:latin typeface="Arial Black"/>
              </a:rPr>
              <a:t>Setup 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23444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One-time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234440"/>
            <a:ext cx="960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20753"/>
                </a:solidFill>
                <a:latin typeface="Arial Black"/>
              </a:rPr>
              <a:t>$1,500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4114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20753"/>
                </a:solidFill>
                <a:latin typeface="Arial Black"/>
              </a:rPr>
              <a:t>Monthly Retainer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1874519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Ongoing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874519"/>
            <a:ext cx="960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20753"/>
                </a:solidFill>
                <a:latin typeface="Arial Black"/>
              </a:rPr>
              <a:t>$5,000/mo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14600"/>
            <a:ext cx="4114800" cy="54864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14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20753"/>
                </a:solidFill>
                <a:latin typeface="Arial Black"/>
              </a:rPr>
              <a:t>Ad Spend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5146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Client-direct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514600"/>
            <a:ext cx="960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20753"/>
                </a:solidFill>
                <a:latin typeface="Arial Black"/>
              </a:rPr>
              <a:t>$3,000–$10,000/mo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00400"/>
            <a:ext cx="4114800" cy="502920"/>
          </a:xfrm>
          <a:prstGeom prst="rect">
            <a:avLst/>
          </a:prstGeom>
          <a:solidFill>
            <a:srgbClr val="320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E00"/>
                </a:solidFill>
                <a:latin typeface="Calibri"/>
              </a:rPr>
              <a:t>Market Rate: ~$8,000/mo.  Your exclusive client price: $5,125/mo all-in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7772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20753"/>
                </a:solidFill>
                <a:latin typeface="Arial Black"/>
              </a:rPr>
              <a:t>Your Next 3 Steps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1234440"/>
            <a:ext cx="457200" cy="4572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20753"/>
                </a:solidFill>
                <a:latin typeface="Arial Black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2527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20753"/>
                </a:solidFill>
                <a:latin typeface="Arial Black"/>
              </a:rPr>
              <a:t>Get your free Funnel Leaks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600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Calibri"/>
              </a:rPr>
              <a:t>Visit bmmediagrowth.com — takes 2 minutes and shows you exactly where you're leaking revenue today.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2331720"/>
            <a:ext cx="457200" cy="4572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2331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20753"/>
                </a:solidFill>
                <a:latin typeface="Arial Black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23500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20753"/>
                </a:solidFill>
                <a:latin typeface="Arial Black"/>
              </a:rPr>
              <a:t>Book a strategy 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269747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Calibri"/>
              </a:rPr>
              <a:t>30 minutes with Farhan directly. We'll review your funnel diagnostic and map out your 90-day growth plan.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3429000"/>
            <a:ext cx="457200" cy="4572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3429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20753"/>
                </a:solidFill>
                <a:latin typeface="Arial Black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34472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20753"/>
                </a:solidFill>
                <a:latin typeface="Arial Black"/>
              </a:rPr>
              <a:t>We launch in 14 days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7947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Calibri"/>
              </a:rPr>
              <a:t>Upon signing, your campaign is live within two weeks. Day 1, your audience starts seeing your offer at scale.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0" y="4389120"/>
            <a:ext cx="3840480" cy="347472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43891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20753"/>
                </a:solidFill>
                <a:latin typeface="Calibri"/>
              </a:rPr>
              <a:t>calendly.com/bombay_media/complimentary-business-success-call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20753"/>
                </a:solidFill>
                <a:latin typeface="Calibri"/>
              </a:rPr>
              <a:t>bmmediagrowth.com  |  Bombay Media  |  Dubai &amp; Mumbai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