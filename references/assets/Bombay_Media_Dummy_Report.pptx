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207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20753"/>
                </a:solidFill>
                <a:latin typeface="Arial"/>
              </a:rPr>
              <a:t>Weekly Revenue Breakdown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3207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10200</c:v>
                </c:pt>
                <c:pt idx="1">
                  <c:v>13400</c:v>
                </c:pt>
                <c:pt idx="2">
                  <c:v>14800</c:v>
                </c:pt>
                <c:pt idx="3">
                  <c:v>13940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2075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20753"/>
                </a:solidFill>
                <a:latin typeface="Arial"/>
              </a:rPr>
              <a:t>Spend Allocation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0753"/>
              </a:solidFill>
              <a:effectLst/>
            </c:spPr>
          </c:dPt>
          <c:dPt>
            <c:idx val="1"/>
            <c:bubble3D val="0"/>
            <c:spPr>
              <a:solidFill>
                <a:srgbClr val="37245C"/>
              </a:solidFill>
              <a:effectLst/>
            </c:spPr>
          </c:dPt>
          <c:dPt>
            <c:idx val="2"/>
            <c:bubble3D val="0"/>
            <c:spPr>
              <a:solidFill>
                <a:srgbClr val="FFDE00"/>
              </a:solidFill>
              <a:effectLst/>
            </c:spPr>
          </c:dPt>
          <c:dPt>
            <c:idx val="3"/>
            <c:bubble3D val="0"/>
            <c:spPr>
              <a:solidFill>
                <a:srgbClr val="9F86C0"/>
              </a:solidFill>
              <a:effectLst/>
            </c:spPr>
          </c:dPt>
          <c:dPt>
            <c:idx val="4"/>
            <c:bubble3D val="0"/>
            <c:spPr>
              <a:solidFill>
                <a:srgbClr val="D8B4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Cold Video</c:v>
                </c:pt>
                <c:pt idx="1">
                  <c:v>Cold Interest</c:v>
                </c:pt>
                <c:pt idx="2">
                  <c:v>Warm Video</c:v>
                </c:pt>
                <c:pt idx="3">
                  <c:v>Warm Engage</c:v>
                </c:pt>
                <c:pt idx="4">
                  <c:v>Hot Abandon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1840</c:v>
                </c:pt>
                <c:pt idx="1">
                  <c:v>1200</c:v>
                </c:pt>
                <c:pt idx="2">
                  <c:v>1580</c:v>
                </c:pt>
                <c:pt idx="3">
                  <c:v>950</c:v>
                </c:pt>
                <c:pt idx="4">
                  <c:v>660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07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822960" cy="82296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BOMBAY MEDIA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Performance Marketing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[CLIENT NAME]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[Month YYYY]  |  Prepared by Farhan Rakhangi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bmmediagrowth.com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 — [MONTH YYYY]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+1.2× vs last month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75688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5688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$52,340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75688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vs last month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85616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SPEND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85616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$6,230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85616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 (efficient)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95544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5544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LEADS GEN.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95544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 vs last month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05472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5472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$19.97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05472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-$4.20 vs last month</a:t>
            </a:r>
            <a:endParaRPr lang="en-US" sz="8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606040"/>
          <a:ext cx="50292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56692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692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exceeded 3× guarantee by 5.4×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0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audience CPL down 17% after creative refresh in Week 2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69280" y="3712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 creative: video testimonial — $7,200 revenue attributable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69280" y="4059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audiences at 91% budget utilisation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6928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underperforming ad sets — all paused below $15 CPL threshold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bmmediagrowth.com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PERFORMANCE BREAKDOWN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280160"/>
                <a:gridCol w="914400"/>
                <a:gridCol w="100584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Campaign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Spend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Revenue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ROAS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CPL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Status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— Lookalike 1% (Video)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— Interest Stack (Trading)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— Video Retargeting 30-day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— Engagement Retarget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$6,460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— Cart Abandon (Landing Pg)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$6,230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06324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75488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Strategist Notes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754880" y="349300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754880" y="349300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92040" y="3493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audiences outperforming interest stacks 1.2× — recommend +15% budget shift next month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754880" y="404164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54880" y="404164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40416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fatigue detected on 'Interest Stack Trading' after Week 3 — 2 new creatives queued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54880" y="459028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459028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9204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retargeting underweight at 10.6% spend — increasing to 15% in Month 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bmmediagrowth.com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MONTH PLAN &amp; TARGETS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2 Targets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1234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9.0×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Revenue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801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$60,000+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682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 Spend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23682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$6,600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35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29352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&lt;$18.00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02152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02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3502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360+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23444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234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9496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2 new video creatives (testimonial format)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1527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17830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78308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7830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39496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+15% budget from Interest Stack to Lookalike 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2075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33172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31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9496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Hot retargeting to 15% of total spend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2624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288036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88036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880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9496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 test: Lookalike 2–5% from purchaser list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342900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42900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429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9496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review call — adjust if CPL trending above $20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3721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Farhan + Client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9776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397764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977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949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report + Month 3 planning session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4270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Farhan + Client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Book your review call: calendly.com/bombay_media/complimentary-business-success-call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Bombay Media Performance Report</dc:title>
  <dc:subject>PptxGenJS Presentation</dc:subject>
  <dc:creator>PptxGenJS</dc:creator>
  <cp:lastModifiedBy>PptxGenJS</cp:lastModifiedBy>
  <cp:revision>1</cp:revision>
  <dcterms:created xsi:type="dcterms:W3CDTF">2026-06-06T02:33:38Z</dcterms:created>
  <dcterms:modified xsi:type="dcterms:W3CDTF">2026-06-06T02:33:38Z</dcterms:modified>
</cp:coreProperties>
</file>